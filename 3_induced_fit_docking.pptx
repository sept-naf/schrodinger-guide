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4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8F95B9-FC9F-49DA-B617-60B1EBA9E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E64BD86-C952-41D2-9FE2-7B22B86A8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4B94D6-5CE3-4B6D-9965-D2EA04154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9209F-0928-4219-9FDE-4810B407C2AB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84238E-F54C-487F-A5A2-3C5E4193A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33B989-66BC-49DF-952E-E4405FE4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1DBDB-61E9-4B26-BEEA-A88A487448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69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13E866-3B2B-4EA0-8ED1-201B13902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714F51-DD55-44B9-AFA4-5A80B3631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682A4B-2D68-41C7-B96A-78AEE786F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9209F-0928-4219-9FDE-4810B407C2AB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FF99C3-2EB7-4CA1-A80F-F04AF8C52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A23AC5-7871-43E9-A412-2D6A5A6BE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1DBDB-61E9-4B26-BEEA-A88A487448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953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BB9849-0550-41C1-AADB-D76EF96DF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EBD232-63ED-47C8-9605-3B0733501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F9A0F4-764C-431B-ADD2-DF39013D8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9209F-0928-4219-9FDE-4810B407C2AB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D3BCCA-0DE9-4BC7-B584-7F1BDE9D1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A7190B-0C33-4621-BA51-6F09ED6A0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1DBDB-61E9-4B26-BEEA-A88A487448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596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8EED47-CC3D-421C-AD1F-C97C9BDFC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526069-7F2C-4C41-B094-DA0DBB0F65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16DDEE-9C48-46A2-9FDD-723676CE0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B85461-37E3-4814-ABD8-6CD6D4A39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9209F-0928-4219-9FDE-4810B407C2AB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522207-D8FE-4800-93CC-7CD32F938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56488B-710C-401F-8114-5EE8E603F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1DBDB-61E9-4B26-BEEA-A88A487448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56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0279F7-6E3E-43C8-B165-E2D0CB92F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B42839-0B0C-4D47-91E2-8DDAE0E15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BF126B-7CC6-42E5-BD85-F2C7B5341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7D0C0D9-AA9C-49F8-BFD6-1CF33DFEE9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E350F7E-428F-4E81-B577-7F09B6F274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434858-0B70-4FA8-BB67-215B8A544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9209F-0928-4219-9FDE-4810B407C2AB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2B56E09-C22B-4957-BFE4-991A77F9C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6F705DD-8276-47B6-B014-95CBCFB8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1DBDB-61E9-4B26-BEEA-A88A487448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873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696F8D-37B4-4D85-B048-4EC99277B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EE589AE-56FD-483D-A851-0E4F2BF21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9209F-0928-4219-9FDE-4810B407C2AB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78D482-69BC-439E-9158-2A049E65C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99078ED-693C-4BE0-AA8C-DBFB9CA15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1DBDB-61E9-4B26-BEEA-A88A487448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326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C6E2F5B-6DA3-43FE-B6A1-5F3DC5E83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9209F-0928-4219-9FDE-4810B407C2AB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C09008E-CF39-4FDA-AE00-5696DF003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910349-A489-49FF-8731-9CD29DE01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1DBDB-61E9-4B26-BEEA-A88A487448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230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D540BC-5CB9-44EF-8B75-9A2643EE9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A0CE19-1D87-4E40-A25F-243F0BCCD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8F178C-5B61-4D9A-86E0-CEAE283A6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AAB464-A4E3-4724-843B-8ABA99D75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9209F-0928-4219-9FDE-4810B407C2AB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A5292D-9BE4-46AB-9FBD-D7162C46A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E66C51-06A6-4DF0-B3B5-F6D022AEF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1DBDB-61E9-4B26-BEEA-A88A487448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545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1FE1CA-AB61-475B-AE8C-7ACD1BFD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A26F5D0-EB84-4999-BE91-FC96B665ED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8D1FC7-624F-47A4-AFCC-BC5826FE8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4FD56E-ED98-42D6-B270-88C3713D5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9209F-0928-4219-9FDE-4810B407C2AB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B2FC76-65F4-4494-9619-2E9C0BCD8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AFC0DE-A928-436D-9B72-DCD8E222F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1DBDB-61E9-4B26-BEEA-A88A487448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553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5889D8-CD11-4CF6-A65C-5D017A12B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3FB869-5B26-4612-9713-30E979FDA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D6202A-230B-4649-8847-722118242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9209F-0928-4219-9FDE-4810B407C2AB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288E20-B35B-4E88-9342-9DD1112DA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C52212-0D8D-421A-B38C-5FEC38083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1DBDB-61E9-4B26-BEEA-A88A487448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785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9B5FB9B-6038-4562-AB20-0E7CD0FD3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253FBE-9285-4DD4-946F-9307E0682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B82C21-1EB4-4557-9C06-5FC401046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9209F-0928-4219-9FDE-4810B407C2AB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43C52B-AFB6-49A1-B415-AD61EA601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2D1736-AC9B-4B53-8DA5-5A02EA7A6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1DBDB-61E9-4B26-BEEA-A88A487448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184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15B2AC-DF7C-449E-96B0-390F13977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5C08AC-60C9-4E0F-A641-D1E4694CA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6F9A60-4E9E-4AD5-A781-0081E2214F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9209F-0928-4219-9FDE-4810B407C2AB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BC93F6-82C3-4B0F-82A9-42E38ABAC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7FEE66-9A57-42E0-BD2A-A15AB97EB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71DBDB-61E9-4B26-BEEA-A88A487448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716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7E4DB5-30E0-4ECB-A17B-46F70139F0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Induced Fit Docking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A2E37AA-BAD9-478A-B1B1-3A9D9A1CD9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Naf Guo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6970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C37615-30C1-456B-9F88-B9734A05B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Induced Fit Docking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EB1AB0-8D11-461E-868A-0FB3B6BF7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在进行之前的</a:t>
            </a:r>
            <a:r>
              <a:rPr lang="en-US" altLang="zh-CN" dirty="0"/>
              <a:t>docking</a:t>
            </a:r>
            <a:r>
              <a:rPr lang="zh-CN" altLang="en-US" dirty="0"/>
              <a:t>的时候，程序处理蛋白质的方式是不去动它，在</a:t>
            </a:r>
            <a:r>
              <a:rPr lang="en-US" altLang="zh-CN" dirty="0"/>
              <a:t>grid</a:t>
            </a:r>
            <a:r>
              <a:rPr lang="zh-CN" altLang="en-US" dirty="0"/>
              <a:t>制成以后，氨基酸的位置就不会改变了，以一个固定的构象去结合配体</a:t>
            </a:r>
            <a:endParaRPr lang="en-US" altLang="zh-CN" dirty="0"/>
          </a:p>
          <a:p>
            <a:r>
              <a:rPr lang="zh-CN" altLang="en-US" dirty="0"/>
              <a:t>但有时候，我们可能希望蛋白动一下，去寻找一个更好的结合构想</a:t>
            </a:r>
            <a:endParaRPr lang="en-US" altLang="zh-CN" dirty="0"/>
          </a:p>
          <a:p>
            <a:r>
              <a:rPr lang="zh-CN" altLang="en-US" dirty="0"/>
              <a:t>这时候就要用</a:t>
            </a:r>
            <a:r>
              <a:rPr lang="en-US" altLang="zh-CN" dirty="0"/>
              <a:t>induced fit</a:t>
            </a:r>
          </a:p>
          <a:p>
            <a:r>
              <a:rPr lang="zh-CN" altLang="en-US" dirty="0"/>
              <a:t>一般</a:t>
            </a:r>
            <a:r>
              <a:rPr lang="en-US" altLang="zh-CN" dirty="0"/>
              <a:t>docking</a:t>
            </a:r>
            <a:r>
              <a:rPr lang="zh-CN" altLang="en-US" dirty="0"/>
              <a:t>得不到好结果，做一下</a:t>
            </a:r>
            <a:r>
              <a:rPr lang="en-US" altLang="zh-CN" dirty="0"/>
              <a:t>induced fit</a:t>
            </a:r>
            <a:r>
              <a:rPr lang="zh-CN" altLang="en-US" dirty="0"/>
              <a:t>，会得到好一些的结果</a:t>
            </a:r>
          </a:p>
        </p:txBody>
      </p:sp>
    </p:spTree>
    <p:extLst>
      <p:ext uri="{BB962C8B-B14F-4D97-AF65-F5344CB8AC3E}">
        <p14:creationId xmlns:p14="http://schemas.microsoft.com/office/powerpoint/2010/main" val="2511695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DADA3E-5EF8-416D-8B7A-98F5ECE54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Induced Fit Docking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D1C462-4A56-4066-827B-FB4A03580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一样需要蛋白和小分子</a:t>
            </a:r>
            <a:endParaRPr lang="en-US" altLang="zh-CN" dirty="0"/>
          </a:p>
          <a:p>
            <a:r>
              <a:rPr lang="zh-CN" altLang="en-US" dirty="0"/>
              <a:t>一样需要用</a:t>
            </a:r>
            <a:r>
              <a:rPr lang="en-US" altLang="zh-CN" dirty="0"/>
              <a:t>protein preparation wizard</a:t>
            </a:r>
            <a:r>
              <a:rPr lang="zh-CN" altLang="en-US" dirty="0"/>
              <a:t>准备好蛋白</a:t>
            </a:r>
            <a:endParaRPr lang="en-US" altLang="zh-CN" dirty="0"/>
          </a:p>
          <a:p>
            <a:r>
              <a:rPr lang="zh-CN" altLang="en-US" dirty="0"/>
              <a:t>一样需要用</a:t>
            </a:r>
            <a:r>
              <a:rPr lang="en-US" altLang="zh-CN" dirty="0" err="1"/>
              <a:t>ligprep</a:t>
            </a:r>
            <a:r>
              <a:rPr lang="zh-CN" altLang="en-US" dirty="0"/>
              <a:t>准备好小分子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11727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5983B1-6826-4697-8CD2-7E90839E3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Induced Fit Docking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8968C2-1374-45C1-954F-14EAA10C2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在这个任务中，需要的文件放在</a:t>
            </a:r>
            <a:r>
              <a:rPr lang="en-US" altLang="zh-CN" dirty="0"/>
              <a:t>/data</a:t>
            </a:r>
            <a:r>
              <a:rPr lang="zh-CN" altLang="en-US" dirty="0"/>
              <a:t>文件夹里了</a:t>
            </a:r>
            <a:endParaRPr lang="en-US" altLang="zh-CN" dirty="0"/>
          </a:p>
          <a:p>
            <a:r>
              <a:rPr lang="zh-CN" altLang="en-US" dirty="0"/>
              <a:t>蛋白叫</a:t>
            </a:r>
            <a:r>
              <a:rPr lang="en-US" altLang="zh-CN" dirty="0" err="1"/>
              <a:t>IFD_receptor.mae</a:t>
            </a:r>
            <a:endParaRPr lang="en-US" altLang="zh-CN" dirty="0"/>
          </a:p>
          <a:p>
            <a:r>
              <a:rPr lang="zh-CN" altLang="en-US" dirty="0"/>
              <a:t>配体叫</a:t>
            </a:r>
            <a:r>
              <a:rPr lang="en-US" altLang="zh-CN" dirty="0" err="1"/>
              <a:t>IFD_ligand.mae</a:t>
            </a:r>
            <a:endParaRPr lang="en-US" altLang="zh-CN" dirty="0"/>
          </a:p>
          <a:p>
            <a:r>
              <a:rPr lang="en-US" altLang="zh-CN" dirty="0"/>
              <a:t>Mae</a:t>
            </a:r>
            <a:r>
              <a:rPr lang="zh-CN" altLang="en-US" dirty="0"/>
              <a:t>是</a:t>
            </a:r>
            <a:r>
              <a:rPr lang="en-US" altLang="zh-CN" dirty="0"/>
              <a:t>maestro</a:t>
            </a:r>
            <a:r>
              <a:rPr lang="zh-CN" altLang="en-US" dirty="0"/>
              <a:t>内部表示分子的一种格式</a:t>
            </a:r>
          </a:p>
        </p:txBody>
      </p:sp>
    </p:spTree>
    <p:extLst>
      <p:ext uri="{BB962C8B-B14F-4D97-AF65-F5344CB8AC3E}">
        <p14:creationId xmlns:p14="http://schemas.microsoft.com/office/powerpoint/2010/main" val="629275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21C709-F31E-4029-A7EA-AF56B4366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Induced Fit Docking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B924FAC-6CC2-43E8-B1F4-37D28E9B9C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8165" y="1690688"/>
            <a:ext cx="9578952" cy="435133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794F9BC-0643-4FA1-9F6B-E94BA0A5A90C}"/>
              </a:ext>
            </a:extLst>
          </p:cNvPr>
          <p:cNvSpPr txBox="1"/>
          <p:nvPr/>
        </p:nvSpPr>
        <p:spPr>
          <a:xfrm>
            <a:off x="391886" y="1922106"/>
            <a:ext cx="21462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打开</a:t>
            </a:r>
            <a:r>
              <a:rPr lang="en-US" altLang="zh-CN" dirty="0" err="1"/>
              <a:t>IFD_receptor.mae</a:t>
            </a:r>
            <a:r>
              <a:rPr lang="zh-CN" altLang="en-US" dirty="0"/>
              <a:t>，注意到里面是由</a:t>
            </a:r>
            <a:r>
              <a:rPr lang="en-US" altLang="zh-CN" dirty="0"/>
              <a:t>ligand</a:t>
            </a:r>
            <a:r>
              <a:rPr lang="zh-CN" altLang="en-US" dirty="0"/>
              <a:t>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8608079-FFB8-4C77-82FE-8656DB20BA64}"/>
              </a:ext>
            </a:extLst>
          </p:cNvPr>
          <p:cNvSpPr txBox="1"/>
          <p:nvPr/>
        </p:nvSpPr>
        <p:spPr>
          <a:xfrm>
            <a:off x="391885" y="3844212"/>
            <a:ext cx="20807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先要做</a:t>
            </a:r>
            <a:r>
              <a:rPr lang="en-US" altLang="zh-CN" dirty="0"/>
              <a:t>protein preparation wizard</a:t>
            </a:r>
            <a:r>
              <a:rPr lang="zh-CN" altLang="en-US" dirty="0"/>
              <a:t>的步骤，看</a:t>
            </a:r>
            <a:r>
              <a:rPr lang="en-US" altLang="zh-CN" dirty="0"/>
              <a:t>docking</a:t>
            </a:r>
            <a:r>
              <a:rPr lang="zh-CN" altLang="en-US" dirty="0"/>
              <a:t>的</a:t>
            </a:r>
            <a:r>
              <a:rPr lang="en-US" altLang="zh-CN" dirty="0"/>
              <a:t>ppt</a:t>
            </a:r>
            <a:r>
              <a:rPr lang="zh-CN" altLang="en-US" dirty="0"/>
              <a:t>就知道了，我就不重做了，这个结构来自官方教程，是准备好了的。</a:t>
            </a:r>
          </a:p>
        </p:txBody>
      </p:sp>
    </p:spTree>
    <p:extLst>
      <p:ext uri="{BB962C8B-B14F-4D97-AF65-F5344CB8AC3E}">
        <p14:creationId xmlns:p14="http://schemas.microsoft.com/office/powerpoint/2010/main" val="1472774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8FE6DC-F265-4496-8751-F2C523A0E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Induced Fit Docking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C54B9AC0-A7FE-4D33-9B68-101DD6005A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59429"/>
            <a:ext cx="4906520" cy="260761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0BDD0FD-CD87-41A2-B9C4-19CA6CFA45C7}"/>
              </a:ext>
            </a:extLst>
          </p:cNvPr>
          <p:cNvSpPr txBox="1"/>
          <p:nvPr/>
        </p:nvSpPr>
        <p:spPr>
          <a:xfrm>
            <a:off x="1894114" y="4835785"/>
            <a:ext cx="2230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搜索</a:t>
            </a:r>
            <a:r>
              <a:rPr lang="en-US" altLang="zh-CN" dirty="0"/>
              <a:t>induced-fit</a:t>
            </a:r>
            <a:r>
              <a:rPr lang="zh-CN" altLang="en-US" dirty="0"/>
              <a:t>，打开对应程序。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7300DB3-FC5C-42B1-AED8-E1C76F7A4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743" y="1954473"/>
            <a:ext cx="5494493" cy="2607615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0C6E14D-34AA-40AC-8B3A-2FBB7BB69278}"/>
              </a:ext>
            </a:extLst>
          </p:cNvPr>
          <p:cNvCxnSpPr/>
          <p:nvPr/>
        </p:nvCxnSpPr>
        <p:spPr>
          <a:xfrm>
            <a:off x="5859624" y="3258280"/>
            <a:ext cx="5598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862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E68307-8C04-4469-8880-C31493870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Induced Fit Docking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6AEDD73A-5D41-4465-81C6-4D49C3272C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85962" y="1690688"/>
            <a:ext cx="4826932" cy="435133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A63DC26-6653-4A1F-A0E5-8B36655E4FC1}"/>
              </a:ext>
            </a:extLst>
          </p:cNvPr>
          <p:cNvSpPr txBox="1"/>
          <p:nvPr/>
        </p:nvSpPr>
        <p:spPr>
          <a:xfrm>
            <a:off x="622570" y="1690688"/>
            <a:ext cx="37159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这次我们用文件里的</a:t>
            </a:r>
            <a:r>
              <a:rPr lang="en-US" altLang="zh-CN" dirty="0"/>
              <a:t>ligand</a:t>
            </a:r>
          </a:p>
          <a:p>
            <a:r>
              <a:rPr lang="en-US" altLang="zh-CN" dirty="0" err="1"/>
              <a:t>Ligprep</a:t>
            </a:r>
            <a:r>
              <a:rPr lang="zh-CN" altLang="en-US" dirty="0"/>
              <a:t>会产生一个结果文件，可以用在这里。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A3FA7B1-770A-43C6-8261-56EB1355516E}"/>
              </a:ext>
            </a:extLst>
          </p:cNvPr>
          <p:cNvCxnSpPr/>
          <p:nvPr/>
        </p:nvCxnSpPr>
        <p:spPr>
          <a:xfrm>
            <a:off x="3492230" y="1896894"/>
            <a:ext cx="4426085" cy="163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6E7795B-AECE-429A-B93C-CE73A9417759}"/>
              </a:ext>
            </a:extLst>
          </p:cNvPr>
          <p:cNvSpPr txBox="1"/>
          <p:nvPr/>
        </p:nvSpPr>
        <p:spPr>
          <a:xfrm>
            <a:off x="622570" y="2831585"/>
            <a:ext cx="32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browse</a:t>
            </a:r>
            <a:endParaRPr lang="zh-CN" altLang="en-US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31281E3-B070-462F-A915-1C11E35E7B25}"/>
              </a:ext>
            </a:extLst>
          </p:cNvPr>
          <p:cNvCxnSpPr/>
          <p:nvPr/>
        </p:nvCxnSpPr>
        <p:spPr>
          <a:xfrm flipV="1">
            <a:off x="1558212" y="2248678"/>
            <a:ext cx="9265298" cy="767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40B9CFA2-BF05-4ED8-96E0-EC73947BE6D1}"/>
              </a:ext>
            </a:extLst>
          </p:cNvPr>
          <p:cNvSpPr txBox="1"/>
          <p:nvPr/>
        </p:nvSpPr>
        <p:spPr>
          <a:xfrm>
            <a:off x="622570" y="4342010"/>
            <a:ext cx="3604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找到需要的</a:t>
            </a:r>
            <a:r>
              <a:rPr lang="en-US" altLang="zh-CN" dirty="0" err="1"/>
              <a:t>mae</a:t>
            </a:r>
            <a:r>
              <a:rPr lang="zh-CN" altLang="en-US" dirty="0"/>
              <a:t>文件，</a:t>
            </a:r>
            <a:r>
              <a:rPr lang="en-US" altLang="zh-CN" dirty="0"/>
              <a:t>open</a:t>
            </a:r>
            <a:endParaRPr lang="zh-CN" altLang="en-US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4B42A43-F8A6-4F94-A6A1-91AE75480A0A}"/>
              </a:ext>
            </a:extLst>
          </p:cNvPr>
          <p:cNvCxnSpPr/>
          <p:nvPr/>
        </p:nvCxnSpPr>
        <p:spPr>
          <a:xfrm flipV="1">
            <a:off x="3657600" y="4208106"/>
            <a:ext cx="4478694" cy="318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194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F289B6-E9B5-4652-ADF3-094BE3EE4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Induced Fit Docking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38ACDBED-98DB-4BD6-85D1-E06732F834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1842" y="1844286"/>
            <a:ext cx="7971958" cy="435133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547B128-921F-434C-9BDE-B9395E4E0BAC}"/>
              </a:ext>
            </a:extLst>
          </p:cNvPr>
          <p:cNvSpPr txBox="1"/>
          <p:nvPr/>
        </p:nvSpPr>
        <p:spPr>
          <a:xfrm>
            <a:off x="457200" y="1931437"/>
            <a:ext cx="2537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下一步是选择蛋白里口袋的位置，</a:t>
            </a:r>
            <a:r>
              <a:rPr lang="en-US" altLang="zh-CN" dirty="0"/>
              <a:t>induced-fit</a:t>
            </a:r>
            <a:r>
              <a:rPr lang="zh-CN" altLang="en-US" dirty="0"/>
              <a:t>是不需要做</a:t>
            </a:r>
            <a:r>
              <a:rPr lang="en-US" altLang="zh-CN" dirty="0"/>
              <a:t>grid</a:t>
            </a:r>
            <a:r>
              <a:rPr lang="zh-CN" altLang="en-US" dirty="0"/>
              <a:t>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98A0A5-412F-4B43-A21F-9844D8A3F90A}"/>
              </a:ext>
            </a:extLst>
          </p:cNvPr>
          <p:cNvSpPr txBox="1"/>
          <p:nvPr/>
        </p:nvSpPr>
        <p:spPr>
          <a:xfrm>
            <a:off x="457200" y="3732245"/>
            <a:ext cx="20620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两种方式，一种是</a:t>
            </a:r>
            <a:r>
              <a:rPr lang="en-US" altLang="zh-CN" dirty="0"/>
              <a:t>pick workspace ligand</a:t>
            </a:r>
            <a:r>
              <a:rPr lang="zh-CN" altLang="en-US" dirty="0"/>
              <a:t>，一种是选择一些氨基酸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2DD70037-2452-4C62-967C-587425DCF5E9}"/>
              </a:ext>
            </a:extLst>
          </p:cNvPr>
          <p:cNvCxnSpPr/>
          <p:nvPr/>
        </p:nvCxnSpPr>
        <p:spPr>
          <a:xfrm flipV="1">
            <a:off x="838200" y="4105469"/>
            <a:ext cx="9518780" cy="93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CC6EB2E-842E-480E-8EF0-E4EF06D79F8F}"/>
              </a:ext>
            </a:extLst>
          </p:cNvPr>
          <p:cNvCxnSpPr/>
          <p:nvPr/>
        </p:nvCxnSpPr>
        <p:spPr>
          <a:xfrm flipV="1">
            <a:off x="1835020" y="4264090"/>
            <a:ext cx="7728858" cy="475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2939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FF7AAA-B8A4-4D42-A152-780D673C3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Induced Fit Docking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9D093ECC-2F69-4F06-94BD-627C4EE3A7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66491" y="1872278"/>
            <a:ext cx="5187309" cy="435133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F8C10B0-85CD-4D22-9C31-CE8BE1ED0E88}"/>
              </a:ext>
            </a:extLst>
          </p:cNvPr>
          <p:cNvSpPr txBox="1"/>
          <p:nvPr/>
        </p:nvSpPr>
        <p:spPr>
          <a:xfrm>
            <a:off x="746448" y="3359020"/>
            <a:ext cx="31910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如前所述，</a:t>
            </a:r>
            <a:r>
              <a:rPr lang="en-US" altLang="zh-CN" dirty="0"/>
              <a:t>induced-fit</a:t>
            </a:r>
            <a:r>
              <a:rPr lang="zh-CN" altLang="en-US" dirty="0"/>
              <a:t>会改变蛋白的构象，但有时候某些残基是我们不想动的，在这里可以选择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347282D-D88F-4A3A-B579-136E7E1DEA3E}"/>
              </a:ext>
            </a:extLst>
          </p:cNvPr>
          <p:cNvCxnSpPr/>
          <p:nvPr/>
        </p:nvCxnSpPr>
        <p:spPr>
          <a:xfrm flipV="1">
            <a:off x="4012163" y="3107094"/>
            <a:ext cx="5691674" cy="755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0D21B33-38F5-497D-BD42-C9C1B96778C1}"/>
              </a:ext>
            </a:extLst>
          </p:cNvPr>
          <p:cNvCxnSpPr/>
          <p:nvPr/>
        </p:nvCxnSpPr>
        <p:spPr>
          <a:xfrm flipV="1">
            <a:off x="4012163" y="3862873"/>
            <a:ext cx="3825551" cy="185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14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6A2ABE-1E03-483B-A11E-252C5EBBF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Induced Fit Docking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0EB2A818-259B-486E-92D6-8098EF4112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6629" y="1834956"/>
            <a:ext cx="5382710" cy="435133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5D9F9A6-FE64-4947-9CE3-8BB2127D95AC}"/>
              </a:ext>
            </a:extLst>
          </p:cNvPr>
          <p:cNvSpPr txBox="1"/>
          <p:nvPr/>
        </p:nvSpPr>
        <p:spPr>
          <a:xfrm>
            <a:off x="953310" y="4010625"/>
            <a:ext cx="2062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改名，选核，</a:t>
            </a:r>
            <a:r>
              <a:rPr lang="en-US" altLang="zh-CN" dirty="0"/>
              <a:t>run</a:t>
            </a:r>
            <a:endParaRPr lang="zh-CN" altLang="en-US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AEE6E99-172A-4609-A461-E60371EE41D4}"/>
              </a:ext>
            </a:extLst>
          </p:cNvPr>
          <p:cNvCxnSpPr>
            <a:stCxn id="5" idx="3"/>
          </p:cNvCxnSpPr>
          <p:nvPr/>
        </p:nvCxnSpPr>
        <p:spPr>
          <a:xfrm>
            <a:off x="3015573" y="4195291"/>
            <a:ext cx="7645942" cy="1865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284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A4F360-003F-4EA0-9290-884D62D0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Induced Fit Docking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A138D00A-FA70-49FA-BC81-FD5A0F97DC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1099" y="1825625"/>
            <a:ext cx="5892701" cy="435133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0B53AB6-00AD-422C-AF10-29225E296549}"/>
              </a:ext>
            </a:extLst>
          </p:cNvPr>
          <p:cNvSpPr txBox="1"/>
          <p:nvPr/>
        </p:nvSpPr>
        <p:spPr>
          <a:xfrm>
            <a:off x="838200" y="3093396"/>
            <a:ext cx="32490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要注意看</a:t>
            </a:r>
            <a:r>
              <a:rPr lang="en-US" altLang="zh-CN" dirty="0"/>
              <a:t>jobs</a:t>
            </a:r>
            <a:r>
              <a:rPr lang="zh-CN" altLang="en-US" dirty="0"/>
              <a:t>里</a:t>
            </a:r>
            <a:r>
              <a:rPr lang="en-US" altLang="zh-CN" dirty="0"/>
              <a:t>monitor</a:t>
            </a:r>
            <a:r>
              <a:rPr lang="zh-CN" altLang="en-US" dirty="0"/>
              <a:t>里的信息，双击一行就能看到运行情况，如果程序执行报错了，这里也能读到错误信息</a:t>
            </a:r>
          </a:p>
        </p:txBody>
      </p:sp>
    </p:spTree>
    <p:extLst>
      <p:ext uri="{BB962C8B-B14F-4D97-AF65-F5344CB8AC3E}">
        <p14:creationId xmlns:p14="http://schemas.microsoft.com/office/powerpoint/2010/main" val="3050066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351</Words>
  <Application>Microsoft Office PowerPoint</Application>
  <PresentationFormat>宽屏</PresentationFormat>
  <Paragraphs>35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等线 Light</vt:lpstr>
      <vt:lpstr>Arial</vt:lpstr>
      <vt:lpstr>Office 主题​​</vt:lpstr>
      <vt:lpstr>Induced Fit Docking</vt:lpstr>
      <vt:lpstr>Induced Fit Docking</vt:lpstr>
      <vt:lpstr>Induced Fit Docking</vt:lpstr>
      <vt:lpstr>Induced Fit Docking</vt:lpstr>
      <vt:lpstr>Induced Fit Docking</vt:lpstr>
      <vt:lpstr>Induced Fit Docking</vt:lpstr>
      <vt:lpstr>Induced Fit Docking</vt:lpstr>
      <vt:lpstr>Induced Fit Docking</vt:lpstr>
      <vt:lpstr>Induced Fit Docking</vt:lpstr>
      <vt:lpstr>Induced Fit Docking</vt:lpstr>
      <vt:lpstr>Induced Fit Docking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Induced Fit Docking</dc:title>
  <dc:creator>郭 昱</dc:creator>
  <cp:lastModifiedBy>昱 郭</cp:lastModifiedBy>
  <cp:revision>6</cp:revision>
  <dcterms:created xsi:type="dcterms:W3CDTF">2018-06-17T01:13:13Z</dcterms:created>
  <dcterms:modified xsi:type="dcterms:W3CDTF">2024-09-08T14:04:02Z</dcterms:modified>
</cp:coreProperties>
</file>