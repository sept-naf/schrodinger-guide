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5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424783-D911-4AE2-AC92-62F63000AFFF}" type="datetimeFigureOut">
              <a:rPr lang="zh-CN" altLang="en-US" smtClean="0"/>
              <a:t>2025/10/4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0992C3-BF17-46FF-9196-2D27E0320F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616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992C3-BF17-46FF-9196-2D27E0320F0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573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17E3F5-E2F2-6057-79DA-E4D1C6ED3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25F877B-5EBF-8BC9-35FA-E9999733B1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ABBB6D-7404-A024-E266-8B9B25CFC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FE7A2-BAFE-4907-947F-3537C789CEDD}" type="datetimeFigureOut">
              <a:rPr lang="zh-CN" altLang="en-US" smtClean="0"/>
              <a:t>2025/10/4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F8B931-CED1-ADE2-288E-DAB77FAA4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F939C0-35D2-ACB7-9069-E0D9BBD8B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FFEF0-DEE8-4D49-936A-54A368DDA2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291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B68D72-23E5-D5CD-ABC8-F3C009ACB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834465-2430-49C1-1E3E-C5967C005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2098BB-D5D0-3FE1-5C6C-7EA0D4E92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FE7A2-BAFE-4907-947F-3537C789CEDD}" type="datetimeFigureOut">
              <a:rPr lang="zh-CN" altLang="en-US" smtClean="0"/>
              <a:t>2025/10/4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BD5F56-B251-7EC5-3FB3-7C337567B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175BFF-7A73-68DD-630B-6B94C4E8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FFEF0-DEE8-4D49-936A-54A368DDA2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8193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1A8CF2-BB7C-3660-F9C9-1909F1C4B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AF50C3-880D-6243-1D8B-47D6CE037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E631A0-C675-8838-3C6C-99DE2A459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FE7A2-BAFE-4907-947F-3537C789CEDD}" type="datetimeFigureOut">
              <a:rPr lang="zh-CN" altLang="en-US" smtClean="0"/>
              <a:t>2025/10/4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85EBDF-18C2-AD39-3518-DB35EE58B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2D7DC5-6FE0-6525-5F51-1FCE9F4B6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FFEF0-DEE8-4D49-936A-54A368DDA2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0298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EA2909-E278-8DD6-EC55-A464CDCE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BE1273-6F38-D183-111C-B3D7E0410A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86C4F5E-DF26-E4F8-6882-323DEEA280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CF4A20-DBE4-49BC-FDDD-8293CB91A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FE7A2-BAFE-4907-947F-3537C789CEDD}" type="datetimeFigureOut">
              <a:rPr lang="zh-CN" altLang="en-US" smtClean="0"/>
              <a:t>2025/10/4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11D3D5-9923-311B-8587-C134914F6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FE2E31-693E-0618-AA48-009E75554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FFEF0-DEE8-4D49-936A-54A368DDA2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3896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A79CCE-F564-99B7-94A1-D7F908E9A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A27075-42DB-54A8-C52B-535688E2D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AA43D43-C1A2-B72C-6E95-1C421CEBC9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23F965B-B783-CE75-23F2-90D4B8F37C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348B231-BA6A-EE7B-1E9A-53ABA446E9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C16177F-3AB6-604C-E27D-F6EC7C809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FE7A2-BAFE-4907-947F-3537C789CEDD}" type="datetimeFigureOut">
              <a:rPr lang="zh-CN" altLang="en-US" smtClean="0"/>
              <a:t>2025/10/4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1641247-6D7C-D1B7-A8F9-F7CEF95B5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D9780F0-21E3-E7EE-8E74-49FB11E51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FFEF0-DEE8-4D49-936A-54A368DDA2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5294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3F0B3D-8136-458D-5921-B95923997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2676127-C20F-3AD3-A1CF-D494B821F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FE7A2-BAFE-4907-947F-3537C789CEDD}" type="datetimeFigureOut">
              <a:rPr lang="zh-CN" altLang="en-US" smtClean="0"/>
              <a:t>2025/10/4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64EFB72-9B5B-B615-7C2F-2BA559B2A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18492AE-A2CA-2D73-ABDF-F6F7D3036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FFEF0-DEE8-4D49-936A-54A368DDA2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101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2123F06-4DFF-E942-4AD4-5DF572941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FE7A2-BAFE-4907-947F-3537C789CEDD}" type="datetimeFigureOut">
              <a:rPr lang="zh-CN" altLang="en-US" smtClean="0"/>
              <a:t>2025/10/4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0E5A6E4-1075-BA21-3F34-AD83C36A6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156FF9-85E8-13FA-1D93-BED42E117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FFEF0-DEE8-4D49-936A-54A368DDA2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515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C67EEB-D1CC-21D5-26E0-646F2C371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19AAD9-429D-AAEE-CC8B-D1C8DA59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7D4B2C-5860-B5ED-068C-21A0EE86F0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B76D27-4C01-35A5-2015-AA7178FBF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FE7A2-BAFE-4907-947F-3537C789CEDD}" type="datetimeFigureOut">
              <a:rPr lang="zh-CN" altLang="en-US" smtClean="0"/>
              <a:t>2025/10/4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E6019A-1ED2-3B91-DD28-880E77432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B95251-D00D-9FD5-DAD4-666ECDA72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FFEF0-DEE8-4D49-936A-54A368DDA2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1219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72145B-8D3C-EDF5-B65B-7469D41B6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D43195A-C1A6-F2AD-0093-4B97006101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9CAF372-5298-3B18-44E5-C9CEA4DA98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CF6404-F892-C302-E204-3538D8106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FE7A2-BAFE-4907-947F-3537C789CEDD}" type="datetimeFigureOut">
              <a:rPr lang="zh-CN" altLang="en-US" smtClean="0"/>
              <a:t>2025/10/4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93CB0E-1421-CFD1-205F-8E46F5922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C2CD30-EE36-D81A-C267-32445CE49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FFEF0-DEE8-4D49-936A-54A368DDA2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408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F7D2FA-4677-6B0A-9E5D-D8F454996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D26861-FDC0-50AE-9D1C-E668A96CFE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257A9B-456D-0D27-1408-E9D896FE4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FE7A2-BAFE-4907-947F-3537C789CEDD}" type="datetimeFigureOut">
              <a:rPr lang="zh-CN" altLang="en-US" smtClean="0"/>
              <a:t>2025/10/4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D8DCD9-730A-7153-902E-E941569C7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FA7AAB-D8A7-69DF-E389-586A1820F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FFEF0-DEE8-4D49-936A-54A368DDA2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97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8B1766D-811E-4B5E-082C-D3C26F421A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B695F9D-A2C3-2841-F14E-A7BA925E6C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0E0D71-3D7B-EEC7-5A66-C708DBC4A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FE7A2-BAFE-4907-947F-3537C789CEDD}" type="datetimeFigureOut">
              <a:rPr lang="zh-CN" altLang="en-US" smtClean="0"/>
              <a:t>2025/10/4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896840-0EB1-A8C9-D421-2D0A502DA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6908AA-AF33-FC00-DD08-1BD7DADCB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FFEF0-DEE8-4D49-936A-54A368DDA2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297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993987C-D8A4-4698-D8A3-1703BA411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CE0F07-DCA5-27BC-FBF7-B26529D5C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D7286E-48D3-1E87-8799-EE6EC8AC55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FE7A2-BAFE-4907-947F-3537C789CEDD}" type="datetimeFigureOut">
              <a:rPr lang="zh-CN" altLang="en-US" smtClean="0"/>
              <a:t>2025/10/4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6D019D-8FEF-FD6B-5BEC-74AD17917A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01D961-AA63-8CF3-02B1-8D453B7807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FFEF0-DEE8-4D49-936A-54A368DDA2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442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091BC4-7722-8329-A086-46FE8637B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74036" y="847322"/>
            <a:ext cx="7043928" cy="1016982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QM Calculation</a:t>
            </a:r>
            <a:endParaRPr lang="zh-CN" altLang="en-US" sz="40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246080E-1698-A6BC-41C4-A8DB363254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01412" y="2041612"/>
            <a:ext cx="1789176" cy="256033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sz="1600" dirty="0" err="1"/>
              <a:t>Naf</a:t>
            </a:r>
            <a:r>
              <a:rPr lang="en-US" altLang="zh-CN" sz="1600" dirty="0"/>
              <a:t> Guo</a:t>
            </a:r>
            <a:endParaRPr lang="zh-CN" altLang="en-US" sz="16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4FC1A93-6DF8-C2F2-F436-A787DA6C8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036" y="2582147"/>
            <a:ext cx="7043928" cy="328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521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124C28A-8F61-760C-7F9B-EA9862F169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7" t="14690" r="38143" b="21357"/>
          <a:stretch/>
        </p:blipFill>
        <p:spPr>
          <a:xfrm>
            <a:off x="2005584" y="1987731"/>
            <a:ext cx="7437120" cy="2882537"/>
          </a:xfrm>
          <a:prstGeom prst="rect">
            <a:avLst/>
          </a:prstGeom>
        </p:spPr>
      </p:pic>
      <p:sp>
        <p:nvSpPr>
          <p:cNvPr id="2" name="矩形">
            <a:extLst>
              <a:ext uri="{FF2B5EF4-FFF2-40B4-BE49-F238E27FC236}">
                <a16:creationId xmlns:a16="http://schemas.microsoft.com/office/drawing/2014/main" id="{0E94A14F-7069-12CE-7B14-29AFE0238F99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95D6B60-5A71-4AFA-940E-ACC845ECF309}"/>
              </a:ext>
            </a:extLst>
          </p:cNvPr>
          <p:cNvSpPr txBox="1"/>
          <p:nvPr/>
        </p:nvSpPr>
        <p:spPr>
          <a:xfrm>
            <a:off x="408812" y="98884"/>
            <a:ext cx="6217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Develop Pharmacophore Hypothesis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81240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CD0954BB-37E9-C309-C32C-DCFD1920E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812" y="1086028"/>
            <a:ext cx="5260468" cy="5317960"/>
          </a:xfrm>
          <a:prstGeom prst="rect">
            <a:avLst/>
          </a:prstGeom>
        </p:spPr>
      </p:pic>
      <p:sp>
        <p:nvSpPr>
          <p:cNvPr id="2" name="矩形">
            <a:extLst>
              <a:ext uri="{FF2B5EF4-FFF2-40B4-BE49-F238E27FC236}">
                <a16:creationId xmlns:a16="http://schemas.microsoft.com/office/drawing/2014/main" id="{59289500-E6E1-726E-74EC-211E2FE38E8E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BC9B570-D2BA-E0F0-B622-9678BB5CC0C5}"/>
              </a:ext>
            </a:extLst>
          </p:cNvPr>
          <p:cNvSpPr txBox="1"/>
          <p:nvPr/>
        </p:nvSpPr>
        <p:spPr>
          <a:xfrm>
            <a:off x="408812" y="98884"/>
            <a:ext cx="6217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Develop Pharmacophore Hypothesis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35233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A986EEB-68CD-9DCF-1D57-520051083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812" y="1071671"/>
            <a:ext cx="5269555" cy="5327303"/>
          </a:xfrm>
          <a:prstGeom prst="rect">
            <a:avLst/>
          </a:prstGeom>
        </p:spPr>
      </p:pic>
      <p:sp>
        <p:nvSpPr>
          <p:cNvPr id="2" name="矩形">
            <a:extLst>
              <a:ext uri="{FF2B5EF4-FFF2-40B4-BE49-F238E27FC236}">
                <a16:creationId xmlns:a16="http://schemas.microsoft.com/office/drawing/2014/main" id="{B39E07AE-122F-FC95-8D1B-8F4F85A2DEC1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384042B-B4B7-B48A-43A3-F7C270CAB72F}"/>
              </a:ext>
            </a:extLst>
          </p:cNvPr>
          <p:cNvSpPr txBox="1"/>
          <p:nvPr/>
        </p:nvSpPr>
        <p:spPr>
          <a:xfrm>
            <a:off x="408812" y="98884"/>
            <a:ext cx="6217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Develop Pharmacophore Hypothesis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16088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652EABA-27BA-E4DE-84BE-5AE9CE723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62" y="1086661"/>
            <a:ext cx="5433982" cy="5533324"/>
          </a:xfrm>
          <a:prstGeom prst="rect">
            <a:avLst/>
          </a:prstGeom>
        </p:spPr>
      </p:pic>
      <p:sp>
        <p:nvSpPr>
          <p:cNvPr id="2" name="矩形">
            <a:extLst>
              <a:ext uri="{FF2B5EF4-FFF2-40B4-BE49-F238E27FC236}">
                <a16:creationId xmlns:a16="http://schemas.microsoft.com/office/drawing/2014/main" id="{9FBBFF32-5048-C6BB-F85D-98640BEC0B61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04F4446-7BC0-3767-35D3-4F4FDB6B6327}"/>
              </a:ext>
            </a:extLst>
          </p:cNvPr>
          <p:cNvSpPr txBox="1"/>
          <p:nvPr/>
        </p:nvSpPr>
        <p:spPr>
          <a:xfrm>
            <a:off x="408812" y="98884"/>
            <a:ext cx="6217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Develop Pharmacophore Hypothesis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86954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6C4D5B9-1FAD-43EC-9E08-7B3735608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209" y="1026673"/>
            <a:ext cx="5312647" cy="5365822"/>
          </a:xfrm>
          <a:prstGeom prst="rect">
            <a:avLst/>
          </a:prstGeom>
        </p:spPr>
      </p:pic>
      <p:sp>
        <p:nvSpPr>
          <p:cNvPr id="2" name="矩形">
            <a:extLst>
              <a:ext uri="{FF2B5EF4-FFF2-40B4-BE49-F238E27FC236}">
                <a16:creationId xmlns:a16="http://schemas.microsoft.com/office/drawing/2014/main" id="{7505AAFD-B71A-447A-4E62-360C3A386597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F5A04C5-F5D4-8781-BEFA-6388018D4EC4}"/>
              </a:ext>
            </a:extLst>
          </p:cNvPr>
          <p:cNvSpPr txBox="1"/>
          <p:nvPr/>
        </p:nvSpPr>
        <p:spPr>
          <a:xfrm>
            <a:off x="408812" y="98884"/>
            <a:ext cx="6217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Develop Pharmacophore Hypothesis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322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A8A66FE-1AC6-A0CF-DA45-27A5CE2C0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98" y="1084501"/>
            <a:ext cx="5301550" cy="5432993"/>
          </a:xfrm>
          <a:prstGeom prst="rect">
            <a:avLst/>
          </a:prstGeom>
        </p:spPr>
      </p:pic>
      <p:sp>
        <p:nvSpPr>
          <p:cNvPr id="2" name="矩形">
            <a:extLst>
              <a:ext uri="{FF2B5EF4-FFF2-40B4-BE49-F238E27FC236}">
                <a16:creationId xmlns:a16="http://schemas.microsoft.com/office/drawing/2014/main" id="{7193CB87-E50E-F645-6BC0-4F47381D68B2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8E4287A-3A2D-F881-3FF0-602DE1F02B8A}"/>
              </a:ext>
            </a:extLst>
          </p:cNvPr>
          <p:cNvSpPr txBox="1"/>
          <p:nvPr/>
        </p:nvSpPr>
        <p:spPr>
          <a:xfrm>
            <a:off x="408812" y="98884"/>
            <a:ext cx="6217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Develop Pharmacophore Hypothesis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79833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70D583F-8FC8-FCDF-C089-C4889C0ED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01" y="1045528"/>
            <a:ext cx="5136660" cy="5211580"/>
          </a:xfrm>
          <a:prstGeom prst="rect">
            <a:avLst/>
          </a:prstGeom>
        </p:spPr>
      </p:pic>
      <p:sp>
        <p:nvSpPr>
          <p:cNvPr id="2" name="矩形">
            <a:extLst>
              <a:ext uri="{FF2B5EF4-FFF2-40B4-BE49-F238E27FC236}">
                <a16:creationId xmlns:a16="http://schemas.microsoft.com/office/drawing/2014/main" id="{0B644052-1544-7DEE-5AA2-36E08D01699F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4A722CE-2657-5388-0AF9-087991EB011C}"/>
              </a:ext>
            </a:extLst>
          </p:cNvPr>
          <p:cNvSpPr txBox="1"/>
          <p:nvPr/>
        </p:nvSpPr>
        <p:spPr>
          <a:xfrm>
            <a:off x="408812" y="98884"/>
            <a:ext cx="6217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Develop Pharmacophore Hypothesis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43383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2B10C5F-FFEB-952A-2830-934C6BA34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04" y="844749"/>
            <a:ext cx="5606660" cy="5730222"/>
          </a:xfrm>
          <a:prstGeom prst="rect">
            <a:avLst/>
          </a:prstGeom>
        </p:spPr>
      </p:pic>
      <p:sp>
        <p:nvSpPr>
          <p:cNvPr id="2" name="矩形">
            <a:extLst>
              <a:ext uri="{FF2B5EF4-FFF2-40B4-BE49-F238E27FC236}">
                <a16:creationId xmlns:a16="http://schemas.microsoft.com/office/drawing/2014/main" id="{78428FC3-BB6E-BB48-DC95-8AB0C9A564C8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D217EF2-9AB4-357B-D8BD-7821A0CCE72A}"/>
              </a:ext>
            </a:extLst>
          </p:cNvPr>
          <p:cNvSpPr txBox="1"/>
          <p:nvPr/>
        </p:nvSpPr>
        <p:spPr>
          <a:xfrm>
            <a:off x="408812" y="98884"/>
            <a:ext cx="6217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Develop Pharmacophore Hypothesis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48175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61EC97A-58DC-9A59-24CA-E1A306C32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21" y="1169387"/>
            <a:ext cx="8829256" cy="5143480"/>
          </a:xfrm>
          <a:prstGeom prst="rect">
            <a:avLst/>
          </a:prstGeom>
        </p:spPr>
      </p:pic>
      <p:sp>
        <p:nvSpPr>
          <p:cNvPr id="2" name="矩形">
            <a:extLst>
              <a:ext uri="{FF2B5EF4-FFF2-40B4-BE49-F238E27FC236}">
                <a16:creationId xmlns:a16="http://schemas.microsoft.com/office/drawing/2014/main" id="{37D64805-DB85-F242-539C-B6C2F455DB03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234B18F-5556-75D8-2822-D1DBDFCA6B60}"/>
              </a:ext>
            </a:extLst>
          </p:cNvPr>
          <p:cNvSpPr txBox="1"/>
          <p:nvPr/>
        </p:nvSpPr>
        <p:spPr>
          <a:xfrm>
            <a:off x="408812" y="98884"/>
            <a:ext cx="6217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Develop Pharmacophore Hypothesis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20411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DD73AB4-320F-6006-2960-FB3117626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97" y="1426754"/>
            <a:ext cx="9282031" cy="5156684"/>
          </a:xfrm>
          <a:prstGeom prst="rect">
            <a:avLst/>
          </a:prstGeom>
        </p:spPr>
      </p:pic>
      <p:sp>
        <p:nvSpPr>
          <p:cNvPr id="2" name="矩形">
            <a:extLst>
              <a:ext uri="{FF2B5EF4-FFF2-40B4-BE49-F238E27FC236}">
                <a16:creationId xmlns:a16="http://schemas.microsoft.com/office/drawing/2014/main" id="{8393C2DD-B7EC-ABDA-AC73-A6DCC74EF80F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C558D39-3D0C-A5EC-8446-0613D0DE7DDF}"/>
              </a:ext>
            </a:extLst>
          </p:cNvPr>
          <p:cNvSpPr txBox="1"/>
          <p:nvPr/>
        </p:nvSpPr>
        <p:spPr>
          <a:xfrm>
            <a:off x="408812" y="98884"/>
            <a:ext cx="6217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Develop Pharmacophore Hypothesis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30725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ED1FE3C-6EDA-F737-7760-77FBBDABC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35409"/>
            <a:ext cx="9802368" cy="5437171"/>
          </a:xfrm>
          <a:prstGeom prst="rect">
            <a:avLst/>
          </a:prstGeom>
        </p:spPr>
      </p:pic>
      <p:sp>
        <p:nvSpPr>
          <p:cNvPr id="2" name="矩形">
            <a:extLst>
              <a:ext uri="{FF2B5EF4-FFF2-40B4-BE49-F238E27FC236}">
                <a16:creationId xmlns:a16="http://schemas.microsoft.com/office/drawing/2014/main" id="{D77D4D32-9022-25CB-C6AA-5B849E3B6CA2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3BC5573-973D-5A3E-C57F-E4E614A0D9E5}"/>
              </a:ext>
            </a:extLst>
          </p:cNvPr>
          <p:cNvSpPr txBox="1"/>
          <p:nvPr/>
        </p:nvSpPr>
        <p:spPr>
          <a:xfrm>
            <a:off x="408812" y="98884"/>
            <a:ext cx="6217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Develop Pharmacophore Hypothesis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07316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0367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38</Words>
  <Application>Microsoft Office PowerPoint</Application>
  <PresentationFormat>宽屏</PresentationFormat>
  <Paragraphs>14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等线</vt:lpstr>
      <vt:lpstr>Arial</vt:lpstr>
      <vt:lpstr>Office 主题​​</vt:lpstr>
      <vt:lpstr>QM Calculation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昱 郭</dc:creator>
  <cp:lastModifiedBy>昱 郭</cp:lastModifiedBy>
  <cp:revision>10</cp:revision>
  <dcterms:created xsi:type="dcterms:W3CDTF">2024-09-26T03:33:26Z</dcterms:created>
  <dcterms:modified xsi:type="dcterms:W3CDTF">2025-10-04T08:50:13Z</dcterms:modified>
</cp:coreProperties>
</file>