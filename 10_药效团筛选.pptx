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321C8-B0D6-2ADC-94C7-E4AFA0B31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0BDD3F-95FD-F2D2-0552-50E593F76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ECF37-8B2F-F650-B8FE-4DF6A71A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117AC-93C1-9EF1-5712-F8692C6B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8A8EB-AEA2-006C-38A0-116D80F5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53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51ED3-629D-0C23-DC3B-D858DE2B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65591-049F-D1FE-E3E9-5D3B8712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02E41C-27FA-13CB-5E93-785ACB91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5B468-20B5-43CB-9967-AD01164E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EB92E0-A676-EC21-A35F-EF383EB5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21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B9286-00E7-5A0E-2C2C-3CC1319C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E38F7B-E4D0-CFC2-183F-888D5C2B2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866D1-BA65-04C2-FB05-C90B300E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5B2D2-7791-725C-A532-40BBBEFA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E3C0D-5E06-83C3-0A34-278A4E55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4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AE6B-3204-6521-BDCC-5FD814F9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54FEE-05C5-AAF3-487C-A7862402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4BAEC-5555-D079-3338-66A65BB8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5EC08B-FA8F-C6F4-0203-B8DFEF03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35F762-C9AB-003F-E4FF-78CD587F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9921C7-D599-BB2A-C68B-01BDD6BA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3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72693-D417-80AD-1D7C-F576636E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303C2-1AC4-5224-C959-CE8029B0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0C0168-FB20-586F-B462-777E36DE6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545DB8-ABFA-0E16-F2FC-BD90DD775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C6D874-FC3D-CA88-53DA-B9360D7DA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23207F-C815-73BF-E054-1969A75E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132161-AC54-0655-F088-C2EB447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8F7E77-FE72-6312-568D-FED858BF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56C66-1A94-4D3A-5A88-FDE5DA09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347461-0300-0DEF-A5D6-2303295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EC62A5-7C22-D1F3-B60F-5ACA6997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852400-DD20-3D0A-781C-2B9FD570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42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9E11C0-66A3-EAD1-4CA3-FE9436EA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9B1EC-893D-77A0-0BAA-AD61FAA6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C01295-D020-7C75-F915-A53AB7B2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4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81C78-7F2D-FF44-3A64-ED0F8A8D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2465A-9A6B-F635-FB81-724500220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D4CFFD-521C-F478-FB61-5C485D7F7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69509-C7CC-FD25-7CC2-8BCFB2B8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06DEE6-48EE-7633-2366-B4BECF79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870851-FF8C-19C6-2A32-58CAC4E1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44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0604-BDA2-8679-2D87-482903E5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A99034-A8C7-2B58-9DD9-DDD216606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8FBCD0-ACD5-3EE9-CDBD-AF841E303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DB997A-3352-F9FE-3673-D3FE6BA2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3C731A-E8ED-E8B0-F6DC-66024094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7AF8BB-32AB-8251-EB78-8B1F7809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3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9B0A7-3B96-7F3D-221E-A5647425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04FA42-647E-77F4-6C19-99A4B333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29524-B9BD-FE03-7957-860B3B34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718B2-AA0F-64E1-8613-EB28B8B7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7CA48-FB13-BCDF-6A28-B58E43B9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12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A8774E-1D29-EA3D-74DD-5A0F1E796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83997-4C4B-2AE2-9000-65B4923F3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2C04E-E109-FBA1-0729-181E08BC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CAA15-C24D-33D5-513D-D4E6B6D3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60B83-147A-E64F-88CF-104588A6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2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8AFF8A-259D-5B06-038B-1E76B973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34B7F5-8454-5065-9FDD-E13A08B82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E17BB-F39B-F8DF-AEF6-9B6FA11EB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DC5766-66F0-41F4-F377-FA3AE5BE7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7E623-C148-69A5-2F66-E7F4BC63C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36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1BC4-7722-8329-A086-46FE8637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036" y="847322"/>
            <a:ext cx="7043928" cy="101698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Pharmacophore Screening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46080E-1698-A6BC-41C4-A8DB36325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412" y="2041612"/>
            <a:ext cx="1789176" cy="25603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1600" dirty="0" err="1"/>
              <a:t>Naf</a:t>
            </a:r>
            <a:r>
              <a:rPr lang="en-US" altLang="zh-CN" sz="1600" dirty="0"/>
              <a:t> Guo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379BC4-7A5F-ED4B-C4F0-B76E5F746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043" y="2367725"/>
            <a:ext cx="4637913" cy="393342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04DCD60-6F3F-BE8C-0C8F-E80E5C382BEA}"/>
              </a:ext>
            </a:extLst>
          </p:cNvPr>
          <p:cNvSpPr txBox="1"/>
          <p:nvPr/>
        </p:nvSpPr>
        <p:spPr>
          <a:xfrm>
            <a:off x="0" y="6611779"/>
            <a:ext cx="104401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Shanmugam, </a:t>
            </a:r>
            <a:r>
              <a:rPr lang="en-US" altLang="zh-CN" sz="1000" dirty="0" err="1"/>
              <a:t>Gnanendra</a:t>
            </a:r>
            <a:r>
              <a:rPr lang="en-US" altLang="zh-CN" sz="1000" dirty="0"/>
              <a:t> , and  J. Jeon . "Computer-Aided Drug Discovery in Plant Pathology." Plant Pathology Journal 33.6(2017):529-542.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1852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59D31-9B69-084F-2E50-96C43F89D415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Develop Pharmacophore Hypothesis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2A5D9A-CFA1-40E5-E23C-891BF3BD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75" y="2156079"/>
            <a:ext cx="5173029" cy="3005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4226BF-5194-7D59-BB25-F73467EC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14" y="829107"/>
            <a:ext cx="2986669" cy="594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5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2" y="98884"/>
            <a:ext cx="6942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根据需求选择分子药效团特征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8D512F-E65A-A654-BE26-E1C97D6CF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410" y="1080943"/>
            <a:ext cx="7045806" cy="515843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FC705A4-09E5-8A75-E12B-5682B3E4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12" y="951294"/>
            <a:ext cx="3563112" cy="259614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490E5B1-328D-33BB-245F-60523153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2" y="3938188"/>
            <a:ext cx="3957447" cy="2756511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34F7A35-C094-FAE0-1FB7-3048D566890B}"/>
              </a:ext>
            </a:extLst>
          </p:cNvPr>
          <p:cNvCxnSpPr/>
          <p:nvPr/>
        </p:nvCxnSpPr>
        <p:spPr>
          <a:xfrm>
            <a:off x="3364992" y="3182112"/>
            <a:ext cx="0" cy="756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1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基于药效团假设进行筛选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8C8787-FE5C-88FF-CA6F-B524EDE4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631" y="2146334"/>
            <a:ext cx="4571810" cy="25653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6D090E-A81F-07FD-A687-BE024D3F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474" y="941832"/>
            <a:ext cx="2812014" cy="559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3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CDFA61-0833-50F1-8C85-6B2B6E5D449E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基于药效团假设进行筛选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879229-9E45-AEFF-D4EF-CCD9A8B8D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633" y="904104"/>
            <a:ext cx="2887908" cy="57454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FF74129-56B5-A4A1-7E59-F012CFDB2EDE}"/>
              </a:ext>
            </a:extLst>
          </p:cNvPr>
          <p:cNvSpPr txBox="1"/>
          <p:nvPr/>
        </p:nvSpPr>
        <p:spPr>
          <a:xfrm>
            <a:off x="408813" y="1113206"/>
            <a:ext cx="249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选择分子库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AF8E58-06D4-18A7-E0FC-8878E356AED4}"/>
              </a:ext>
            </a:extLst>
          </p:cNvPr>
          <p:cNvSpPr txBox="1"/>
          <p:nvPr/>
        </p:nvSpPr>
        <p:spPr>
          <a:xfrm>
            <a:off x="408813" y="2774366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选择刚才生成的药效团假设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411D636-5221-B9FB-B86E-0D7C8A4EE13D}"/>
              </a:ext>
            </a:extLst>
          </p:cNvPr>
          <p:cNvCxnSpPr/>
          <p:nvPr/>
        </p:nvCxnSpPr>
        <p:spPr>
          <a:xfrm>
            <a:off x="1935861" y="1325880"/>
            <a:ext cx="3566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1C375EA-E57F-2103-1662-1C8BE4E4A921}"/>
              </a:ext>
            </a:extLst>
          </p:cNvPr>
          <p:cNvCxnSpPr/>
          <p:nvPr/>
        </p:nvCxnSpPr>
        <p:spPr>
          <a:xfrm flipV="1">
            <a:off x="3472053" y="2843784"/>
            <a:ext cx="2159580" cy="118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0AD3459-AE71-19EF-C08D-5465E78C6396}"/>
              </a:ext>
            </a:extLst>
          </p:cNvPr>
          <p:cNvSpPr txBox="1"/>
          <p:nvPr/>
        </p:nvSpPr>
        <p:spPr>
          <a:xfrm>
            <a:off x="408813" y="5775264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选择资源，修改作业名，提交作业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47DF5B3-44A7-4F62-1713-3517CC924BB3}"/>
              </a:ext>
            </a:extLst>
          </p:cNvPr>
          <p:cNvCxnSpPr/>
          <p:nvPr/>
        </p:nvCxnSpPr>
        <p:spPr>
          <a:xfrm>
            <a:off x="4176141" y="5959930"/>
            <a:ext cx="2770632" cy="276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295C846-2EE6-6D00-F683-DE24CFD71764}"/>
              </a:ext>
            </a:extLst>
          </p:cNvPr>
          <p:cNvSpPr txBox="1"/>
          <p:nvPr/>
        </p:nvSpPr>
        <p:spPr>
          <a:xfrm>
            <a:off x="9043415" y="1020873"/>
            <a:ext cx="2566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在获得药效团筛选的结果后，建议还是再做一次对接后挑选分子</a:t>
            </a:r>
          </a:p>
        </p:txBody>
      </p:sp>
    </p:spTree>
    <p:extLst>
      <p:ext uri="{BB962C8B-B14F-4D97-AF65-F5344CB8AC3E}">
        <p14:creationId xmlns:p14="http://schemas.microsoft.com/office/powerpoint/2010/main" val="113932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83</Words>
  <Application>Microsoft Office PowerPoint</Application>
  <PresentationFormat>宽屏</PresentationFormat>
  <Paragraphs>11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主题​​</vt:lpstr>
      <vt:lpstr>Pharmacophore Screening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 郭</dc:creator>
  <cp:lastModifiedBy>昱 郭</cp:lastModifiedBy>
  <cp:revision>47</cp:revision>
  <dcterms:created xsi:type="dcterms:W3CDTF">2024-09-22T03:42:19Z</dcterms:created>
  <dcterms:modified xsi:type="dcterms:W3CDTF">2024-09-26T15:12:34Z</dcterms:modified>
</cp:coreProperties>
</file>